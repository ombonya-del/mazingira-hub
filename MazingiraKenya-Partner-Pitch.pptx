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4754880" cy="475488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PROSPECTUS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coalition's live command centre for climate &amp; environmental justice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MazingiraKenya is worth partnering with — and how it works for you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Convened by deCOALonize  ·  mazingirakenya.org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movement that can't see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Kenya's climate and environmental-justice actors are many, committed — and scattered. Knowledge, evidence and effort sit in silos.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68833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6151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picture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sees all the pressures — coal, oil, nuclear, gold — and all the responders at once.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83133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7581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doesn't circulate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0690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court records stay locked in inboxes instead of building collective leverage.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97433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9011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nobody owns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2120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counties go uncovered because no one can see where the holes are.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46888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0F2A20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28346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response gap is a fundable, closable thing — not a permanent condition.”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turns scattered field knowledge into one shared, living picture.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Partner prospectus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Kenya's live frontier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783080"/>
            <a:ext cx="502920" cy="50292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957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Lamu plant halted 2019, upheld 2025 — but not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9776" y="15544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02736" y="1783080"/>
            <a:ext cx="502920" cy="50292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0" name="Text 8"/>
          <p:cNvSpPr/>
          <p:nvPr/>
        </p:nvSpPr>
        <p:spPr>
          <a:xfrm>
            <a:off x="2916936" y="23957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62656" y="27889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EACOP &amp; a proposed Dangote refinery at Lamu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10912" y="15544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33872" y="1783080"/>
            <a:ext cx="502920" cy="502920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4" name="Text 12"/>
          <p:cNvSpPr/>
          <p:nvPr/>
        </p:nvSpPr>
        <p:spPr>
          <a:xfrm>
            <a:off x="5148072" y="23957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27889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Siaya plant on Lake Victoria, sustained objection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42048" y="15544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5008" y="1783080"/>
            <a:ext cx="502920" cy="50292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8" name="Text 16"/>
          <p:cNvSpPr/>
          <p:nvPr/>
        </p:nvSpPr>
        <p:spPr>
          <a:xfrm>
            <a:off x="7379208" y="23957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24928" y="27889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River Yala dredging; Senate ultimatum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73184" y="1554480"/>
            <a:ext cx="2121408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96144" y="1783080"/>
            <a:ext cx="502920" cy="50292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9610344" y="23957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6064" y="27889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rulebook caps overseas credit sales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live fronts, one coalition, one place to see them together.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Partner prospectus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MAZINGIRAKENYA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surfaces, three languages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B6B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coalition's coordination dashboard: intelligence, directory, legal tracker, resource exchange, petitions and a video convening space.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61104" y="16002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1874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E9455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874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35424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9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35424" y="2971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people's platform: plain-language explainers, disinformation debunks, community voices and public petition signing.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73568" y="16002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874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C7A55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874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47888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47888" y="2971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to keep everything current, moderated and secure.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Kiswahili · Sheng  —  a live instrument, not a static report.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Partner prospectus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tools in one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46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map ranking every county by pressure and by response gap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6002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81965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84064" y="1746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84064" y="2057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index: financiers scored against their climate promises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6002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74736" y="1819656"/>
            <a:ext cx="457200" cy="457200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96528" y="1746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96528" y="2057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tracker linked through to the Kenya Law 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557016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4838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794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coalition organisations, searchable and connectable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61104" y="33375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355701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84064" y="34838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84064" y="3794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sign memoranda; gather public support on raia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73568" y="33375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74736" y="3557016"/>
            <a:ext cx="457200" cy="457200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96528" y="34838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96528" y="3794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space to schedule and hold coalition calls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Partner prospectus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USEFUL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information to leverage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73936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00784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whole 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pressure and every responder in one view — the picture no single org holds.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944368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871216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82112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ranking that shows exactly where a marginal effort or grant counts most.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114800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&amp; convene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52544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Directory, resource exchange and one-click video calls keep the coalition moving together.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6577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5285232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212080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&amp; mobilise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522976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Petitions, public debunks and social sharing turn evidence into pressure.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Partner prospectus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HOW YOU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friction, no training, no app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46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phone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like an app from the browser — a Progressive Web App, works on modest devices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6002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81965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84064" y="1746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84064" y="205740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so it opens fast and keeps working on a weak connection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6002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74736" y="181965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96528" y="1746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languages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96528" y="205740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Kiswahili and Sheng — meet people where they are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60273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Members-only &amp; secure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8404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sign-in; your coordination stays inside the coalition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61104" y="3383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360273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84064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84064" y="38404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or password sign-in — nothing to configure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73568" y="3383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74736" y="360273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96528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&amp; honest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96528" y="38404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links to its source; no fabricated data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Partner prospectus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FUNDERS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marginal shilling moves the needle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ranks counties by response gap and the platform exports reach, coverage and engagement data — so you fund live programme activity, not a retrospective annual report.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documentation partner in a top-gap county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 live legal matter through to judgment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coalition secretariat that keeps it current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24871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719072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10528" y="2514600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counties, one gap-ranked 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52560" y="1554480"/>
            <a:ext cx="24871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0" y="1719072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E9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62288" y="2514600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public + members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3794760"/>
            <a:ext cx="51389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959352"/>
            <a:ext cx="4956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10528" y="475488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· coverage · engagement, on demand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Partner prospectus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accountability index with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banks, oil majors and state financiers shaping Kenya's energy future — each measured against their own public climate promises, and scored, with sources to follow.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29968" y="2697480"/>
            <a:ext cx="640080" cy="64008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886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matched by action — e.g. a bank declining to finance EACOP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61104" y="24688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42432" y="2697480"/>
            <a:ext cx="640080" cy="64008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1" name="Text 9"/>
          <p:cNvSpPr/>
          <p:nvPr/>
        </p:nvSpPr>
        <p:spPr>
          <a:xfrm>
            <a:off x="4443984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17136" y="3886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movement, real gaps — e.g. a coal pledge with a legacy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73568" y="24688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54896" y="2697480"/>
            <a:ext cx="640080" cy="64008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3429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Lip-service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0" y="3886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claim, not conduct — e.g. “net zero” that ignores 85% of emissions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Partner prospectus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coalition already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019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2019→25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3346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Lamu coal licence revoked, then upheld by the courts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9019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E9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07408" y="2697480"/>
            <a:ext cx="3346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organisations, national institutes to community groups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9019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56448" y="2697480"/>
            <a:ext cx="3346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claims sourced; every case traceable to its record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D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Africa's landmark climate-litigation victories was built by this network. MazingiraKenya is how it coordinates the next one.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Partner prospectus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206240" cy="420624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with MazingiraKenya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— see the gap map and the exportable data; fund where it counts most.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CSOs — get a hub invite, join the directory, put your work in the exchange.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 — use the legal record and the pledges index as a standing, sourced reference.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walkthrough or briefing at mazingirakenya.org.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MazingiraKenya</dc:creator>
  <cp:lastModifiedBy>MazingiraKenya</cp:lastModifiedBy>
  <cp:revision>1</cp:revision>
  <dcterms:created xsi:type="dcterms:W3CDTF">2026-08-16T15:28:53Z</dcterms:created>
  <dcterms:modified xsi:type="dcterms:W3CDTF">2026-08-16T15:28:53Z</dcterms:modified>
</cp:coreProperties>
</file>