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554480"/>
            <a:ext cx="4754880" cy="47548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108960" cy="3108960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&amp; LAUNCH PLAN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8778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Driving partner buy-in and real utilisation of the hub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mostly-digital engagement plan, anchored by one launch roundtable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Convened by deCOALonize  ·  mazingirakenya.org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sign-ups — to active 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Buy-in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 understand the value and want in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Funders &amp; policymakers see it as credible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Journalists treat it as a go-to source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64592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2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Utilisation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37960" y="251460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sign in regularly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Orgs join the directory and upload resources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Petitions get started; calls get convened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Sign-ups are vanity. The plan is engineered for the second column.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AT A GLANCE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 digital, 10% in the 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858000" cy="4023360"/>
          </a:xfrm>
          <a:prstGeom prst="roundRect">
            <a:avLst>
              <a:gd name="adj" fmla="val 1818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engagement (ongoing)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6400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&amp; onboard partners with quick guided walkthroughs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steady content cadence: pulse, scanned items, pledge updates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amplification across X, TikTok, Facebook &amp; Instagram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spotlights and petition drives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&amp; email nudges to bring people back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635240" y="1645920"/>
            <a:ext cx="3977640" cy="4023360"/>
          </a:xfrm>
          <a:prstGeom prst="roundRect">
            <a:avLst>
              <a:gd name="adj" fmla="val 1839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86384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 moment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0" y="237744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breakfast roundtable (~30 people) to demo the hub, earn press, and convert partners, funders and policymakers in person.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863840" y="475488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 then lives online.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CONVENE · DECIDE ·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Coalition Room — where meetings produce 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3063240"/>
          </a:xfrm>
          <a:prstGeom prst="roundRect">
            <a:avLst>
              <a:gd name="adj" fmla="val 2388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to meet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video room — no account, no install, no app store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call and members get an auto calendar invite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from any phone; runs on Jitsi in the browser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3063240"/>
          </a:xfrm>
          <a:prstGeom prst="roundRect">
            <a:avLst>
              <a:gd name="adj" fmla="val 2388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in minutes, not weeks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24028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decisions &amp; action items live — even by voice dictation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formatted PDF and share it before anyone leaves the call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record the session where your server allows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3200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weeks → 3 min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548640" y="55961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meeting to shared minutes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77640" y="4892040"/>
            <a:ext cx="7635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sector's quiet failure is minutes that arrive weeks late, with no clear action. The Coalition Room turns every call into a decision record and a next step — instantly — which is exactly why partners will convene here.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ENGAGEMENT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 of adoption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invites + a 3-minute guided walkthrough per org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61104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62272" y="181965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84064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cadence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84064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pulse, scanned items and pledge-index updates worth returning for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74736" y="181965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96528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amplification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796528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Clippable cards for X, TikTok, Facebook &amp; Instagram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60273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spotlights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 member org's work each week to model good use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61104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62272" y="360273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6" name="Text 24"/>
          <p:cNvSpPr/>
          <p:nvPr/>
        </p:nvSpPr>
        <p:spPr>
          <a:xfrm>
            <a:off x="4462272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84064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Petition drives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84064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demands that give partners a reason to log in and act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73568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74736" y="360273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1" name="Text 29"/>
          <p:cNvSpPr/>
          <p:nvPr/>
        </p:nvSpPr>
        <p:spPr>
          <a:xfrm>
            <a:off x="8174736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796528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96528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broadcast + email digest to re-activate quiet members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STICKY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repeat 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739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00784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champions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one person per partner org responsible for the hub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24912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944368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871216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profiles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182112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completes and owns its listing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9534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4114800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4041648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uploads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352544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partner for one real resource in the first fortnight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06577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5285232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5212080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documentation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5522976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field activity into map entries and voices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phases, twelve weeks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1965960"/>
            <a:ext cx="640080" cy="6400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310896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E945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31089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1–2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611880"/>
            <a:ext cx="2249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Teasers on raia &amp; socials; press pre-brief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9272" y="17373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25112" y="1965960"/>
            <a:ext cx="640080" cy="6400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3" name="Text 11"/>
          <p:cNvSpPr/>
          <p:nvPr/>
        </p:nvSpPr>
        <p:spPr>
          <a:xfrm>
            <a:off x="432511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56432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005072" y="310896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E9455"/>
          </a:solidFill>
          <a:ln/>
        </p:spPr>
      </p:sp>
      <p:sp>
        <p:nvSpPr>
          <p:cNvPr id="16" name="Text 14"/>
          <p:cNvSpPr/>
          <p:nvPr/>
        </p:nvSpPr>
        <p:spPr>
          <a:xfrm>
            <a:off x="4005072" y="31089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2–5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9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Invites, walkthroughs, directory + resources filled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89904" y="17373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095744" y="1965960"/>
            <a:ext cx="640080" cy="6400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0" name="Text 18"/>
          <p:cNvSpPr/>
          <p:nvPr/>
        </p:nvSpPr>
        <p:spPr>
          <a:xfrm>
            <a:off x="709574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227064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775704" y="310896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E9455"/>
          </a:solidFill>
          <a:ln/>
        </p:spPr>
      </p:sp>
      <p:sp>
        <p:nvSpPr>
          <p:cNvPr id="23" name="Text 21"/>
          <p:cNvSpPr/>
          <p:nvPr/>
        </p:nvSpPr>
        <p:spPr>
          <a:xfrm>
            <a:off x="6775704" y="31089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4–8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91072" y="3611880"/>
            <a:ext cx="2249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event, petition drives, first convenings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860536" y="17373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866376" y="1965960"/>
            <a:ext cx="640080" cy="6400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7" name="Text 25"/>
          <p:cNvSpPr/>
          <p:nvPr/>
        </p:nvSpPr>
        <p:spPr>
          <a:xfrm>
            <a:off x="986637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997696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546336" y="310896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E9455"/>
          </a:solidFill>
          <a:ln/>
        </p:spPr>
      </p:sp>
      <p:sp>
        <p:nvSpPr>
          <p:cNvPr id="30" name="Text 28"/>
          <p:cNvSpPr/>
          <p:nvPr/>
        </p:nvSpPr>
        <p:spPr>
          <a:xfrm>
            <a:off x="9546336" y="31089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8+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061704" y="3611880"/>
            <a:ext cx="2249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cadence, spotlights, quarterly gap review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LAUNCH EVENT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breakfast roundtable, ~30 seats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in the room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partner organisations (coalition + prospective)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funders &amp; policymakers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journalists / editors</a:t>
            </a:r>
            <a:endParaRPr lang="en-US" sz="1300" dirty="0"/>
          </a:p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coalition hosts / demo leads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· 3 hours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52628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Breakfast → 15-min live demo → moderated roundtable on a live front (e.g. Siaya nuclear) → partner sign-ups &amp; press Q&amp;A.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 person, once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24028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coverage that seeds the digital campaign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Face-to-face trust with funders &amp; policymakers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content bank — photos &amp; clips — for weeks of posts</a:t>
            </a:r>
            <a:endParaRPr lang="en-US" sz="1300" dirty="0"/>
          </a:p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sign-ups: leave onboarded, not just interested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BUDGET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 guests · Nairobi · half-day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10896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 + breakfast package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30–35 covers × ~5,500 (4-star, hall + catering + basic AV)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 top-up (mics, screen, laptop)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half-day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Branding, print, name tags, folders, 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+ production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Photography + short recap video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half-day coverage for social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Facilitation / MC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moderator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Journalist facilitation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kits + modest transport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 &amp; contingency (~10%)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transport, buffer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Estimated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D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1554480"/>
            <a:ext cx="3108960" cy="2103120"/>
          </a:xfrm>
          <a:prstGeom prst="roundRect">
            <a:avLst>
              <a:gd name="adj" fmla="val 3478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828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KES 375,000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59536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USD 2,900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953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4-star ~KES 300k · premium 5-star + fuller media ~KES 480k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03920" y="38404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guest all-in: ~KES 12,500. Venue rates: half-day packages run KES 3,000–6,500pp in Nairobi; premium venues carry more weight with funders and press.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Nairobi rates, 2025 · confirm with 2–3 venue quotes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SUCCESS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watch after launch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5623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65176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guests, ≥70% partners onboarded on the day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61104" y="169164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52544" y="185623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25+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370832" y="265176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member orgs within 6 weeks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973568" y="169164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85623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083296" y="265176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uploaded in the first month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82219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58368" y="461772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petitions live in quarter one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61104" y="36576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52544" y="382219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370832" y="461772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pickups from the launch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973568" y="36576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65008" y="382219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083296" y="461772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sign-ins tracked per org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Activation &amp; launch plan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572000"/>
            <a:ext cx="4206240" cy="420624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2834640"/>
            <a:ext cx="10424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date, venue and guest list (partners, funders/policymakers, journalists).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launch budget and request 2–3 venue quotes.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demo, press kit and social content bank.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org champion for every partner before launch day.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 digitally in parallel — the event seeds the campaign, it doesn't carry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mazingirakenya.org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MazingiraKenya</dc:creator>
  <cp:lastModifiedBy>MazingiraKenya</cp:lastModifiedBy>
  <cp:revision>1</cp:revision>
  <dcterms:created xsi:type="dcterms:W3CDTF">2026-08-18T13:49:18Z</dcterms:created>
  <dcterms:modified xsi:type="dcterms:W3CDTF">2026-08-18T13:49:18Z</dcterms:modified>
</cp:coreProperties>
</file>